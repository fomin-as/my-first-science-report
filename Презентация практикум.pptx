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5392"/>
  </p:normalViewPr>
  <p:slideViewPr>
    <p:cSldViewPr snapToGrid="0">
      <p:cViewPr varScale="1">
        <p:scale>
          <a:sx n="110" d="100"/>
          <a:sy n="110" d="100"/>
        </p:scale>
        <p:origin x="200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697F61-F8DB-BB67-F10C-1790BA71E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14" b="4128"/>
          <a:stretch/>
        </p:blipFill>
        <p:spPr>
          <a:xfrm>
            <a:off x="-1" y="0"/>
            <a:ext cx="12192000" cy="761598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A4A0E3-E31D-EF94-E8C0-D61168AB34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13" t="9907" r="12333" b="8068"/>
          <a:stretch/>
        </p:blipFill>
        <p:spPr>
          <a:xfrm>
            <a:off x="-1" y="-1"/>
            <a:ext cx="4873802" cy="3429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2D8C08-F839-E19C-65AA-9DE30333FB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079" t="8294" r="8610" b="1847"/>
          <a:stretch/>
        </p:blipFill>
        <p:spPr>
          <a:xfrm>
            <a:off x="7465670" y="3923252"/>
            <a:ext cx="4726329" cy="369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59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8</TotalTime>
  <Words>0</Words>
  <Application>Microsoft Macintosh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Tw Cen MT</vt:lpstr>
      <vt:lpstr>Контур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1</cp:revision>
  <dcterms:created xsi:type="dcterms:W3CDTF">2026-10-23T09:18:26Z</dcterms:created>
  <dcterms:modified xsi:type="dcterms:W3CDTF">2026-10-23T09:27:16Z</dcterms:modified>
</cp:coreProperties>
</file>