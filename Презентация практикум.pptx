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08"/>
    <p:restoredTop sz="95392"/>
  </p:normalViewPr>
  <p:slideViewPr>
    <p:cSldViewPr snapToGrid="0">
      <p:cViewPr>
        <p:scale>
          <a:sx n="101" d="100"/>
          <a:sy n="101" d="100"/>
        </p:scale>
        <p:origin x="568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10/23/26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A697F61-F8DB-BB67-F10C-1790BA71EC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614" b="4128"/>
          <a:stretch/>
        </p:blipFill>
        <p:spPr>
          <a:xfrm>
            <a:off x="-1" y="1739900"/>
            <a:ext cx="12192001" cy="51181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BA4A0E3-E31D-EF94-E8C0-D61168AB345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313" t="9907" r="12333" b="8068"/>
          <a:stretch/>
        </p:blipFill>
        <p:spPr>
          <a:xfrm>
            <a:off x="0" y="3429000"/>
            <a:ext cx="4873802" cy="3429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42D8C08-F839-E19C-65AA-9DE30333FB8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079" t="8294" r="8610" b="1847"/>
          <a:stretch/>
        </p:blipFill>
        <p:spPr>
          <a:xfrm>
            <a:off x="8896651" y="1772844"/>
            <a:ext cx="3295349" cy="25755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3C3758-B4FE-AF89-3854-5FE0183A0C3B}"/>
              </a:ext>
            </a:extLst>
          </p:cNvPr>
          <p:cNvSpPr txBox="1"/>
          <p:nvPr/>
        </p:nvSpPr>
        <p:spPr>
          <a:xfrm>
            <a:off x="1340894" y="124421"/>
            <a:ext cx="10343105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effectLst/>
                <a:latin typeface="SFBX1728"/>
              </a:rPr>
              <a:t>Морфологическая сегментация изображений разрушенных фресок </a:t>
            </a:r>
            <a:endParaRPr lang="ru-RU" sz="4800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145969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Контур</Template>
  <TotalTime>14</TotalTime>
  <Words>6</Words>
  <Application>Microsoft Macintosh PowerPoint</Application>
  <PresentationFormat>Широкоэкранный</PresentationFormat>
  <Paragraphs>1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SFBX1728</vt:lpstr>
      <vt:lpstr>Arial</vt:lpstr>
      <vt:lpstr>Tw Cen MT</vt:lpstr>
      <vt:lpstr>Контур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Microsoft Office User</dc:creator>
  <cp:lastModifiedBy>Microsoft Office User</cp:lastModifiedBy>
  <cp:revision>3</cp:revision>
  <dcterms:created xsi:type="dcterms:W3CDTF">2026-10-23T09:18:26Z</dcterms:created>
  <dcterms:modified xsi:type="dcterms:W3CDTF">2026-10-23T09:59:52Z</dcterms:modified>
</cp:coreProperties>
</file>